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E-Commerce Sales Dashboard</a:t>
            </a:r>
          </a:p>
        </p:txBody>
      </p:sp>
      <p:pic>
        <p:nvPicPr>
          <p:cNvPr id="3" name="Picture 2" descr="image(7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686800" cy="44610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26880" y="914400"/>
            <a:ext cx="2560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Tools: Power BI</a:t>
            </a:r>
          </a:p>
          <a:p>
            <a:pPr>
              <a:defRPr sz="2000"/>
            </a:pPr>
            <a:r>
              <a:t>• Dataset: E-Commerce Orders</a:t>
            </a:r>
          </a:p>
          <a:p>
            <a:pPr>
              <a:defRPr sz="2000"/>
            </a:pPr>
            <a:r>
              <a:t>• KPIs: Sales, Quantity, Profit, AOV</a:t>
            </a:r>
          </a:p>
          <a:p>
            <a:pPr>
              <a:defRPr sz="2000"/>
            </a:pPr>
            <a:r>
              <a:t>• Interactive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Design an interactive dashboard.</a:t>
            </a:r>
          </a:p>
          <a:p>
            <a:pPr>
              <a:defRPr sz="2000"/>
            </a:pPr>
            <a:r>
              <a:t>• Help stakeholders analyze sales performance.</a:t>
            </a:r>
          </a:p>
          <a:p>
            <a:pPr>
              <a:defRPr sz="2000"/>
            </a:pPr>
            <a:r>
              <a:t>• Provide filters and KPI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Sales: 438K</a:t>
            </a:r>
          </a:p>
          <a:p>
            <a:pPr>
              <a:defRPr sz="2000"/>
            </a:pPr>
            <a:r>
              <a:t>• Quantity: 6K</a:t>
            </a:r>
          </a:p>
          <a:p>
            <a:pPr>
              <a:defRPr sz="2000"/>
            </a:pPr>
            <a:r>
              <a:t>• Profit: 37K</a:t>
            </a:r>
          </a:p>
          <a:p>
            <a:pPr>
              <a:defRPr sz="2000"/>
            </a:pPr>
            <a:r>
              <a:t>• AOV: 121K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Sales by State</a:t>
            </a:r>
          </a:p>
          <a:p>
            <a:pPr>
              <a:defRPr sz="2000"/>
            </a:pPr>
            <a:r>
              <a:t>• Quantity by Category</a:t>
            </a:r>
          </a:p>
          <a:p>
            <a:pPr>
              <a:defRPr sz="2000"/>
            </a:pPr>
            <a:r>
              <a:t>• Profit by Month</a:t>
            </a:r>
          </a:p>
          <a:p>
            <a:pPr>
              <a:defRPr sz="2000"/>
            </a:pPr>
            <a:r>
              <a:t>• Profit by Subcategory</a:t>
            </a:r>
          </a:p>
          <a:p>
            <a:pPr>
              <a:defRPr sz="2000"/>
            </a:pPr>
            <a:r>
              <a:t>• Sales by Customer</a:t>
            </a:r>
          </a:p>
          <a:p>
            <a:pPr>
              <a:defRPr sz="2000"/>
            </a:pPr>
            <a:r>
              <a:t>• Payment Mode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Quarter slicer</a:t>
            </a:r>
          </a:p>
          <a:p>
            <a:pPr>
              <a:defRPr sz="2000"/>
            </a:pPr>
            <a:r>
              <a:t>• Interactive filtering</a:t>
            </a:r>
          </a:p>
          <a:p>
            <a:pPr>
              <a:defRPr sz="2000"/>
            </a:pPr>
            <a:r>
              <a:t>• Consistent color theme</a:t>
            </a:r>
          </a:p>
          <a:p>
            <a:pPr>
              <a:defRPr sz="2000"/>
            </a:pPr>
            <a:r>
              <a:t>• Business-friendly layout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Highest sales from Maharashtra.</a:t>
            </a:r>
          </a:p>
          <a:p>
            <a:pPr>
              <a:defRPr sz="2000"/>
            </a:pPr>
            <a:r>
              <a:t>• COD is the most used payment mode.</a:t>
            </a:r>
          </a:p>
          <a:p>
            <a:pPr>
              <a:defRPr sz="2000"/>
            </a:pPr>
            <a:r>
              <a:t>• Printers have highest profit.</a:t>
            </a:r>
          </a:p>
          <a:p>
            <a:pPr>
              <a:defRPr sz="2000"/>
            </a:pPr>
            <a:r>
              <a:t>• Monthly profit fluctuates.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Dashboard provides quick business insights.</a:t>
            </a:r>
          </a:p>
          <a:p>
            <a:pPr>
              <a:defRPr sz="2000"/>
            </a:pPr>
            <a:r>
              <a:t>• Supports better decision-making.</a:t>
            </a:r>
          </a:p>
          <a:p>
            <a:pPr>
              <a:defRPr sz="2000"/>
            </a:pPr>
            <a:r>
              <a:t>• Can be enhanced with drill-through and additional KPIs.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